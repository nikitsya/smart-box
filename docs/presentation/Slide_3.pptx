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 seconds)
This is how Shannon actually sees TempSafe.
One: she is with a patient. At 14:04 she gets a quiet warning at 24 degrees. At 14:05 the box goes above 25: the red LED and buzzer come on, and she gets one urgent alert. Only two notifications, nothing else.
Two: when she has a free second, one glance at the app tells her everything: EXCURSION, and a big timer — 12 minutes above the limit, maximum 27.4 degrees. The status is never just colour: there is always an icon, a word and the temperature.
Three: after the call she opens the web dashboard. She sees the temperature over time and the full record our database tracked: start 14:05, end 14:23, 18 minutes, maximum 27.4 degrees. With this she can follow her service's policy and decide if the medicine is still safe. TempSafe gives her the facts; Shannon makes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91440"/>
            <a:ext cx="11969496" cy="667512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Shannon's Dashboard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875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alert to the decision — what she sees, when she needs 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142C86"/>
          </a:solidFill>
          <a:ln w="12700">
            <a:solidFill>
              <a:srgbClr val="142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5361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6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THE CALL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alert reaches her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0128" y="1600200"/>
            <a:ext cx="384048" cy="384048"/>
          </a:xfrm>
          <a:prstGeom prst="ellipse">
            <a:avLst/>
          </a:prstGeom>
          <a:solidFill>
            <a:srgbClr val="142C86"/>
          </a:solidFill>
          <a:ln w="12700">
            <a:solidFill>
              <a:srgbClr val="142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1012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85616" y="15361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6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GLANCE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+ exposure timer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384048" cy="384048"/>
          </a:xfrm>
          <a:prstGeom prst="ellipse">
            <a:avLst/>
          </a:prstGeom>
          <a:solidFill>
            <a:srgbClr val="142C86"/>
          </a:solidFill>
          <a:ln w="12700">
            <a:solidFill>
              <a:srgbClr val="142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5361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6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CALL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full record</a:t>
            </a:r>
            <a:endParaRPr lang="en-US" sz="1000" dirty="0"/>
          </a:p>
        </p:txBody>
      </p:sp>
      <p:pic>
        <p:nvPicPr>
          <p:cNvPr id="14" name="Image 0" descr="Phone lock screen with TempSafe urgent and warning notif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2487168" cy="4319818"/>
          </a:xfrm>
          <a:prstGeom prst="rect">
            <a:avLst/>
          </a:prstGeom>
        </p:spPr>
      </p:pic>
      <p:pic>
        <p:nvPicPr>
          <p:cNvPr id="15" name="Image 1" descr="TempSafe phone app showing EXCURSION status and 12 minute exposure tim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148840"/>
            <a:ext cx="2487168" cy="4319818"/>
          </a:xfrm>
          <a:prstGeom prst="rect">
            <a:avLst/>
          </a:prstGeom>
        </p:spPr>
      </p:pic>
      <p:pic>
        <p:nvPicPr>
          <p:cNvPr id="16" name="Image 2" descr="Web dashboard with temperature over time chart and recorded excursion 14:05 to 14:23, 18 min, max 27.4°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48840"/>
            <a:ext cx="5440680" cy="30256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72200" y="5403124"/>
            <a:ext cx="5440680" cy="1065534"/>
          </a:xfrm>
          <a:prstGeom prst="roundRect">
            <a:avLst>
              <a:gd name="adj" fmla="val 8582"/>
            </a:avLst>
          </a:prstGeom>
          <a:solidFill>
            <a:srgbClr val="F7F5FC"/>
          </a:solidFill>
          <a:ln w="12700">
            <a:solidFill>
              <a:srgbClr val="E3DD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55080" y="5707291"/>
            <a:ext cx="457200" cy="45720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5826163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85432" y="5494564"/>
            <a:ext cx="1124712" cy="882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colour alone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E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icon + word + °C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046720" y="5707291"/>
            <a:ext cx="457200" cy="45720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5826163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77072" y="5494564"/>
            <a:ext cx="1124712" cy="882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2 alerts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E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→ urgent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9738360" y="5707291"/>
            <a:ext cx="457200" cy="45720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2" y="5826163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268712" y="5494564"/>
            <a:ext cx="1124712" cy="882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lost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E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· end · max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868680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Mock-up · sample data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2026-10-06T20:38:39Z</dcterms:created>
  <dcterms:modified xsi:type="dcterms:W3CDTF">2026-10-06T20:38:39Z</dcterms:modified>
</cp:coreProperties>
</file>