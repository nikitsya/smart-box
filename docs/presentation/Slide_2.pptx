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a311348d394f47" /><Relationship Type="http://schemas.openxmlformats.org/officeDocument/2006/relationships/extended-properties" Target="/docProps/app.xml" Id="Re39eac8d738a4e49" /><Relationship Type="http://schemas.openxmlformats.org/officeDocument/2006/relationships/officeDocument" Target="/ppt/presentation.xml" Id="R6343d51e56a944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b7e63611094491"/>
  </p:sldMasterIdLst>
  <p:notesMasterIdLst>
    <p:notesMasterId xmlns:r="http://schemas.openxmlformats.org/officeDocument/2006/relationships" r:id="R854b8e6c2ab0477e"/>
  </p:notesMasterIdLst>
  <p:sldIdLst>
    <p:sldId xmlns:r="http://schemas.openxmlformats.org/officeDocument/2006/relationships" id="256" r:id="R9edcd9d1d60a482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4fbe331d9c4ba9" /><Relationship Type="http://schemas.openxmlformats.org/officeDocument/2006/relationships/slideMaster" Target="/ppt/slideMasters/slideMaster1.xml" Id="R8db7e63611094491" /><Relationship Type="http://schemas.openxmlformats.org/officeDocument/2006/relationships/notesMaster" Target="/ppt/notesMasters/notesMaster1.xml" Id="R854b8e6c2ab0477e" /><Relationship Type="http://schemas.openxmlformats.org/officeDocument/2006/relationships/presProps" Target="/ppt/presProps.xml" Id="Rcd39f7b9ce5e4c97" /><Relationship Type="http://schemas.openxmlformats.org/officeDocument/2006/relationships/tableStyles" Target="/ppt/tableStyles.xml" Id="R7835932629814886" /><Relationship Type="http://schemas.openxmlformats.org/officeDocument/2006/relationships/slide" Target="/ppt/slides/slide1.xml" Id="R9edcd9d1d60a48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f07179f18f4c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1d35e2d8564b28" /><Relationship Type="http://schemas.openxmlformats.org/officeDocument/2006/relationships/notesMaster" Target="/ppt/notesMasters/notesMaster1.xml" Id="Rcf23ce15655048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Main scenario: an authorised paramedic checks an assigned box, sees an out-of-range observation and its freshness, follows service procedures and reviews history. Architecture and proposed 30-second interval: README.md and docs/requirements/functional-requirements.md (4 October 2026). The requirements and README define the baseline: one sensor, Raspberry Pi, local LED, durable SQLite queue, authenticated HTTPS API, FastAPI, MySQL and web dashboard. Older project-scope.md and the Slide_3 mock-up also show a buzzer, 24/25°C alerts and phone notifications. These are not baseline promises. Thresholds follow a configured profile. Prototype for bench demonstration with no real medicines. No automatic medicine-safety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d49e7499b54d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e2739f8b1b43cd" /><Relationship Type="http://schemas.openxmlformats.org/officeDocument/2006/relationships/slideLayout" Target="/ppt/slideLayouts/slideLayout1.xml" Id="R21cb1a9933f94d2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cb1a9933f94d2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31582c7384f86" /><Relationship Type="http://schemas.openxmlformats.org/officeDocument/2006/relationships/notesSlide" Target="/ppt/notesSlides/notesSlide1.xml" Id="R983902c42e8e44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EE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DE7ACF-F70F-4900-9C56-0CB5D367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" y="91440"/>
            <a:ext cx="11969496" cy="6675120"/>
          </a:xfrm>
          <a:prstGeom xmlns:a="http://schemas.openxmlformats.org/drawingml/2006/main" prst="roundRect">
            <a:avLst>
              <a:gd name="adj" fmla="val 17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DF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8A826-98CC-445B-9C5B-97FFFA72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004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How TempSafe works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DE2B7B-DD3E-4B59-95E8-42554B49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987552"/>
            <a:ext cx="1104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D3D9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D3D9C"/>
                </a:solidFill>
                <a:latin typeface="Aptos"/>
                <a:ea typeface="Aptos"/>
                <a:cs typeface="Aptos"/>
              </a:rPr>
              <a:t>Main use case: Shannon checks her Controlled Drug Box during a shift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709213-F81F-4CD2-8273-45C5817D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192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371B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371B1"/>
                </a:solidFill>
                <a:latin typeface="Aptos"/>
                <a:ea typeface="Aptos"/>
                <a:cs typeface="Aptos"/>
              </a:rPr>
              <a:t>USER SCENARIO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D17954-83AA-41FE-AC20-490E068F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09775"/>
            <a:ext cx="390525" cy="390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2C86"/>
          </a:solidFill>
          <a:ln xmlns:a="http://schemas.openxmlformats.org/drawingml/2006/main" w="9525">
            <a:solidFill>
              <a:srgbClr val="142C86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5C7D23-678F-4990-AAC5-E7425196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" y="20574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761620-63A0-4359-9C4A-5654CF0C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" y="19526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Check the box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89884B-5DCE-4FE0-89D8-F2DC324C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" y="23241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Shannon signs in and selects</a:t>
            </a:r>
          </a:p>
          <a:p xmlns:a="http://schemas.openxmlformats.org/drawingml/2006/main">
            <a:pPr>
              <a:defRPr sz="150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her assigned box.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6ED345-43D4-4294-AB25-81917C2D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640" y="2009775"/>
            <a:ext cx="390525" cy="390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2C86"/>
          </a:solidFill>
          <a:ln xmlns:a="http://schemas.openxmlformats.org/drawingml/2006/main" w="9525">
            <a:solidFill>
              <a:srgbClr val="142C8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F86FE5-84BB-4B61-8246-4C22B4B6C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2940" y="20574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5C863A-640D-4118-9718-4C7A1080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465" y="19526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See the warning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7F0EB9-7B47-489B-BF8B-5C91BADF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465" y="23241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The dashboard shows a high</a:t>
            </a:r>
          </a:p>
          <a:p xmlns:a="http://schemas.openxmlformats.org/drawingml/2006/main">
            <a:pPr>
              <a:defRPr sz="150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reading and its observation time.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219EE8-BA92-42EC-B305-B0C0C946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8640" y="2009775"/>
            <a:ext cx="390525" cy="3905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2C86"/>
          </a:solidFill>
          <a:ln xmlns:a="http://schemas.openxmlformats.org/drawingml/2006/main" w="9525">
            <a:solidFill>
              <a:srgbClr val="142C8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700C4-B6AE-4118-A3B4-A30EF6B7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20574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D4D8F3-6143-46B8-BEBE-D0768C92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3465" y="19526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Take 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45A490-B2E5-4C13-A06E-7032BC24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3465" y="23241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She checks the box, follows</a:t>
            </a:r>
          </a:p>
          <a:p xmlns:a="http://schemas.openxmlformats.org/drawingml/2006/main">
            <a:pPr>
              <a:defRPr sz="150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service procedures and reviews history.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297C8-56F0-43FF-BE04-81F18B76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385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371B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371B1"/>
                </a:solidFill>
                <a:latin typeface="Aptos"/>
                <a:ea typeface="Aptos"/>
                <a:cs typeface="Aptos"/>
              </a:rPr>
              <a:t>SYSTEM DIAGRAM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3F66E4-8381-4D5C-8C89-DB8F4942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7665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7F5FC"/>
          </a:solidFill>
          <a:ln xmlns:a="http://schemas.openxmlformats.org/drawingml/2006/main" w="9525">
            <a:solidFill>
              <a:srgbClr val="DCD5ED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FACB26-1C60-4E3D-8F2D-19EDD1C7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" y="3829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SCD-41 sensor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186537-2610-42FE-B953-391CBB41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" y="4238625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Internal temperature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2D46D0-4A1B-4C6B-B8A3-EBE9331B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865" y="4048125"/>
            <a:ext cx="2286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AACD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504BCF-6609-4E20-A70A-60DF9E5C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6140" y="367665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7F5FC"/>
          </a:solidFill>
          <a:ln xmlns:a="http://schemas.openxmlformats.org/drawingml/2006/main" w="9525">
            <a:solidFill>
              <a:srgbClr val="DCD5ED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0E1C71-43AB-46D9-9CFF-1265E73A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7590" y="3829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Raspberry Pi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40AA1B-F0EB-416C-905A-D2CCBB1D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7590" y="4238625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Profile check + SQLite queue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CFB8F2-C37C-4561-A4CB-F23069FC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8365" y="4048125"/>
            <a:ext cx="2286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AACD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A9793B-B927-47FA-8221-444603E6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67665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7F5FC"/>
          </a:solidFill>
          <a:ln xmlns:a="http://schemas.openxmlformats.org/drawingml/2006/main" w="9525">
            <a:solidFill>
              <a:srgbClr val="DCD5ED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2BAC4C-06C1-44A6-A4BE-D1ECBDD8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090" y="3829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HTTPS API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80ADD8-25FC-4C74-A937-093BF0B6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090" y="4238625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FastAPI + MySQL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E9DCC3-A6E6-4BAA-9BB8-4DDD511A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5865" y="4048125"/>
            <a:ext cx="2286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AACD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6C7FF6-A9E6-46CF-A2BC-8AE11893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1140" y="367665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7F5FC"/>
          </a:solidFill>
          <a:ln xmlns:a="http://schemas.openxmlformats.org/drawingml/2006/main" w="9525">
            <a:solidFill>
              <a:srgbClr val="DCD5ED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9E3B81-B799-4827-BE76-783C8055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2590" y="3829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Web dashboard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E039FA-345D-4AB8-AEF8-C5C78261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2590" y="4238625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Status + temperature history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35C8DE-B9E5-483C-BCD0-721AC785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67275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Samples every 30 seconds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DF6F98-DFF7-412D-9463-B2CF736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6140" y="4867275"/>
            <a:ext cx="2619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Local LED warning works offline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CBC4DE-AFDB-4FCA-A735-FA6C2258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867275"/>
            <a:ext cx="2619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Validates and stores readings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3FEEED-E6A0-4D2E-BD34-D7F53653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1140" y="4867275"/>
            <a:ext cx="2619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Shows reading age and data gaps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47B0FC-7A1D-4CFB-A1DD-27396638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91175"/>
            <a:ext cx="1106424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7F5FC"/>
          </a:solidFill>
          <a:ln xmlns:a="http://schemas.openxmlformats.org/drawingml/2006/main" w="9525">
            <a:solidFill>
              <a:srgbClr val="DCD5ED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D77A77-75FC-43FB-B62B-80D737C7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245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2C86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C86"/>
                </a:solidFill>
                <a:latin typeface="Aptos"/>
                <a:ea typeface="Aptos"/>
                <a:cs typeface="Aptos"/>
              </a:rPr>
              <a:t>If Wi-Fi drops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2D26BA-D4DF-4FB8-82BB-E20BD903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705475"/>
            <a:ext cx="84105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The Pi keeps sampling and queues readings locally.</a:t>
            </a:r>
          </a:p>
          <a:p xmlns:a="http://schemas.openxmlformats.org/drawingml/2006/main">
            <a:pPr>
              <a:defRPr sz="1575" b="0">
                <a:solidFill>
                  <a:srgbClr val="5E637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E6373"/>
                </a:solidFill>
                <a:latin typeface="Aptos"/>
                <a:ea typeface="Aptos"/>
                <a:cs typeface="Aptos"/>
              </a:rPr>
              <a:t>After reconnection, it uploads them with their original times.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7E36ED-490A-4337-8FFA-14B3BA03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86525"/>
            <a:ext cx="1104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8B8EA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8B8EA3"/>
                </a:solidFill>
                <a:latin typeface="Aptos"/>
                <a:ea typeface="Aptos"/>
                <a:cs typeface="Aptos"/>
              </a:rPr>
              <a:t>Planned prototype. Phone notifications are a future extension.</a:t>
            </a:r>
          </a:p>
        </p:txBody>
      </p:sp>
    </p:spTree>
    <p:extLst>
      <p:ext uri="{BB962C8B-B14F-4D97-AF65-F5344CB8AC3E}">
        <p14:creationId xmlns:p14="http://schemas.microsoft.com/office/powerpoint/2010/main" val="687410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2026-10-07T07:53:00.3380000Z</dcterms:created>
  <dcterms:modified xsi:type="dcterms:W3CDTF">2026-10-07T07:53:00.3380000Z</dcterms:modified>
</coreProperties>
</file>