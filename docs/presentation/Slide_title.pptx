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378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37160"/>
            <a:ext cx="11862511" cy="65836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64592" y="137160"/>
            <a:ext cx="11862511" cy="73152"/>
          </a:xfrm>
          <a:prstGeom prst="rect">
            <a:avLst/>
          </a:prstGeom>
          <a:solidFill>
            <a:srgbClr val="E9E5F7"/>
          </a:solidFill>
          <a:ln w="12700">
            <a:solidFill>
              <a:srgbClr val="E9E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9006840" y="502920"/>
            <a:ext cx="2651760" cy="493776"/>
          </a:xfrm>
          <a:prstGeom prst="roundRect">
            <a:avLst>
              <a:gd name="adj" fmla="val 22222"/>
            </a:avLst>
          </a:prstGeom>
          <a:solidFill>
            <a:srgbClr val="F8F6FE"/>
          </a:solidFill>
          <a:ln w="1016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9171432" y="585216"/>
            <a:ext cx="5669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3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DkIT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57232" y="594360"/>
            <a:ext cx="15910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Dundalk Institute of Technology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85800" y="457200"/>
            <a:ext cx="44805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3A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TempSafe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13232" y="1161288"/>
            <a:ext cx="5806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44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Temperature Monitoring for a Controlled Drug Box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1572768"/>
            <a:ext cx="2423160" cy="384048"/>
          </a:xfrm>
          <a:prstGeom prst="roundRect">
            <a:avLst>
              <a:gd name="adj" fmla="val 42857"/>
            </a:avLst>
          </a:prstGeom>
          <a:solidFill>
            <a:srgbClr val="ECE9FB"/>
          </a:solidFill>
          <a:ln w="1016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86868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</a:t>
            </a:r>
            <a:r>
              <a:rPr lang="en-US" sz="1350" dirty="0">
                <a:solidFill>
                  <a:srgbClr val="143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box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13232" y="2240280"/>
            <a:ext cx="3154680" cy="1965960"/>
          </a:xfrm>
          <a:prstGeom prst="roundRect">
            <a:avLst>
              <a:gd name="adj" fmla="val 5581"/>
            </a:avLst>
          </a:prstGeom>
          <a:solidFill>
            <a:srgbClr val="F8F6FE"/>
          </a:solidFill>
          <a:ln w="10160">
            <a:solidFill>
              <a:srgbClr val="DAD3EF"/>
            </a:solidFill>
            <a:prstDash val="solid"/>
          </a:ln>
          <a:effectLst>
            <a:outerShdw blurRad="15240" dist="50800" dir="2700000" algn="bl" rotWithShape="0">
              <a:srgbClr val="C6BDE2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969264" y="2496312"/>
            <a:ext cx="1078992" cy="10789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1207008" y="2862072"/>
            <a:ext cx="594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679192"/>
            <a:ext cx="14813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3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Nikita Smiichyk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3044952"/>
            <a:ext cx="14813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3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Backend/Database, Testing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950976" y="3849624"/>
            <a:ext cx="2679192" cy="0"/>
          </a:xfrm>
          <a:prstGeom prst="line">
            <a:avLst/>
          </a:prstGeom>
          <a:noFill/>
          <a:ln w="762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969264" y="3959352"/>
            <a:ext cx="26517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 1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160520" y="2240280"/>
            <a:ext cx="3154680" cy="1965960"/>
          </a:xfrm>
          <a:prstGeom prst="roundRect">
            <a:avLst>
              <a:gd name="adj" fmla="val 5581"/>
            </a:avLst>
          </a:prstGeom>
          <a:solidFill>
            <a:srgbClr val="F8F6FE"/>
          </a:solidFill>
          <a:ln w="10160">
            <a:solidFill>
              <a:srgbClr val="DAD3EF"/>
            </a:solidFill>
            <a:prstDash val="solid"/>
          </a:ln>
          <a:effectLst>
            <a:outerShdw blurRad="15240" dist="50800" dir="2700000" algn="bl" rotWithShape="0">
              <a:srgbClr val="C6BDE2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4416552" y="2496312"/>
            <a:ext cx="1078992" cy="10789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4654296" y="2862072"/>
            <a:ext cx="594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41848" y="2679192"/>
            <a:ext cx="14813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3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Hanna Bokariuk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41848" y="3044952"/>
            <a:ext cx="14813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3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UI/UX/UD, Hardware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4398264" y="3849624"/>
            <a:ext cx="2679192" cy="0"/>
          </a:xfrm>
          <a:prstGeom prst="line">
            <a:avLst/>
          </a:prstGeom>
          <a:noFill/>
          <a:ln w="762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4416552" y="3959352"/>
            <a:ext cx="26517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 2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607808" y="2240280"/>
            <a:ext cx="3154680" cy="1965960"/>
          </a:xfrm>
          <a:prstGeom prst="roundRect">
            <a:avLst>
              <a:gd name="adj" fmla="val 5581"/>
            </a:avLst>
          </a:prstGeom>
          <a:solidFill>
            <a:srgbClr val="F8F6FE"/>
          </a:solidFill>
          <a:ln w="10160">
            <a:solidFill>
              <a:srgbClr val="DAD3EF"/>
            </a:solidFill>
            <a:prstDash val="solid"/>
          </a:ln>
          <a:effectLst>
            <a:outerShdw blurRad="15240" dist="50800" dir="2700000" algn="bl" rotWithShape="0">
              <a:srgbClr val="C6BDE2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7863840" y="2496312"/>
            <a:ext cx="1078992" cy="10789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8101584" y="2862072"/>
            <a:ext cx="5943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89136" y="2679192"/>
            <a:ext cx="14813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3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Maryna Hordiienko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89136" y="3044952"/>
            <a:ext cx="14813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3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Front-End, UI/UX/UD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7845552" y="3849624"/>
            <a:ext cx="2679192" cy="0"/>
          </a:xfrm>
          <a:prstGeom prst="line">
            <a:avLst/>
          </a:prstGeom>
          <a:noFill/>
          <a:ln w="762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/>
          <p:nvPr/>
        </p:nvSpPr>
        <p:spPr>
          <a:xfrm>
            <a:off x="7863840" y="3959352"/>
            <a:ext cx="26517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 3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713232" y="4599432"/>
            <a:ext cx="1076248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DAD3EF"/>
            </a:solidFill>
            <a:prstDash val="solid"/>
          </a:ln>
          <a:effectLst>
            <a:outerShdw blurRad="15240" dist="50800" dir="2700000" algn="bl" rotWithShape="0">
              <a:srgbClr val="C6BDE2">
                <a:alpha val="1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3639312" y="4791456"/>
            <a:ext cx="0" cy="786384"/>
          </a:xfrm>
          <a:prstGeom prst="line">
            <a:avLst/>
          </a:prstGeom>
          <a:noFill/>
          <a:ln w="1016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6922008" y="4791456"/>
            <a:ext cx="0" cy="786384"/>
          </a:xfrm>
          <a:prstGeom prst="line">
            <a:avLst/>
          </a:prstGeom>
          <a:noFill/>
          <a:ln w="1016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/>
          <p:nvPr/>
        </p:nvSpPr>
        <p:spPr>
          <a:xfrm>
            <a:off x="987552" y="4828032"/>
            <a:ext cx="16459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87552" y="5084064"/>
            <a:ext cx="2267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IE" sz="1600" dirty="0">
                <a:solidFill>
                  <a:srgbClr val="53617A"/>
                </a:solidFill>
                <a:latin typeface="Aptos" pitchFamily="34" charset="0"/>
              </a:rPr>
              <a:t>Sd3a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31920" y="4828032"/>
            <a:ext cx="16459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31920" y="5010912"/>
            <a:ext cx="2651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53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BSc (Hons) Computing in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53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Development</a:t>
            </a:r>
            <a:endParaRPr lang="en-US" sz="1340" dirty="0"/>
          </a:p>
        </p:txBody>
      </p:sp>
      <p:sp>
        <p:nvSpPr>
          <p:cNvPr id="39" name="Text 37"/>
          <p:cNvSpPr/>
          <p:nvPr/>
        </p:nvSpPr>
        <p:spPr>
          <a:xfrm>
            <a:off x="7223760" y="4828032"/>
            <a:ext cx="2011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THEME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23760" y="5010912"/>
            <a:ext cx="3749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53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Temperature Monitoring for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53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Drug Box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713232" y="5925312"/>
            <a:ext cx="10762488" cy="438912"/>
          </a:xfrm>
          <a:prstGeom prst="roundRect">
            <a:avLst>
              <a:gd name="adj" fmla="val 25000"/>
            </a:avLst>
          </a:prstGeom>
          <a:solidFill>
            <a:srgbClr val="F0EDFA"/>
          </a:solidFill>
          <a:ln w="10160">
            <a:solidFill>
              <a:srgbClr val="DAD3E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Text 40"/>
          <p:cNvSpPr/>
          <p:nvPr/>
        </p:nvSpPr>
        <p:spPr>
          <a:xfrm>
            <a:off x="987552" y="6062472"/>
            <a:ext cx="6400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1901952" y="6016752"/>
            <a:ext cx="33375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43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Design Project</a:t>
            </a:r>
            <a:endParaRPr lang="en-US" sz="1520" dirty="0"/>
          </a:p>
        </p:txBody>
      </p:sp>
      <p:sp>
        <p:nvSpPr>
          <p:cNvPr id="44" name="Text 42"/>
          <p:cNvSpPr/>
          <p:nvPr/>
        </p:nvSpPr>
        <p:spPr>
          <a:xfrm>
            <a:off x="7863840" y="6035040"/>
            <a:ext cx="30175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7581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group presentation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164592" y="6647688"/>
            <a:ext cx="11862511" cy="73152"/>
          </a:xfrm>
          <a:prstGeom prst="rect">
            <a:avLst/>
          </a:prstGeom>
          <a:solidFill>
            <a:srgbClr val="E9E5F7"/>
          </a:solidFill>
          <a:ln w="12700">
            <a:solidFill>
              <a:srgbClr val="E9E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85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DkIT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TempSafe Title Slide</dc:title>
  <dc:subject>TempSafe title slide</dc:subject>
  <dc:creator>OpenAI</dc:creator>
  <cp:lastModifiedBy>Hanna Bokariuk</cp:lastModifiedBy>
  <cp:revision>2</cp:revision>
  <dcterms:created xsi:type="dcterms:W3CDTF">2026-10-06T19:32:48Z</dcterms:created>
  <dcterms:modified xsi:type="dcterms:W3CDTF">2026-10-06T19:46:52Z</dcterms:modified>
</cp:coreProperties>
</file>